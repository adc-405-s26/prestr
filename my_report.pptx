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My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Data: My Report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975031"/>
                <a:gridCol w="705249"/>
              </a:tblGrid>
              <a:tr h="39460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Category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Value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643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r2233484</cp:lastModifiedBy>
  <cp:revision>3</cp:revision>
  <dcterms:created xsi:type="dcterms:W3CDTF">2017-02-13T16:18:36Z</dcterms:created>
  <dcterms:modified xsi:type="dcterms:W3CDTF">2026-05-26T23:20:57Z</dcterms:modified>
  <cp:category/>
</cp:coreProperties>
</file>